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Robot Cloud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in Foundation Robot Model Infrastructure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78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“NVIDIA trains the model. Oracle trains the robot.”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Qian, OCI PM  ·  March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366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GR00T N1 (3B params) requires fine-tuning on customer data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startups need burst compute — no on-prem DGX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 not optimized for NVIDIA Isaac + GR00T stack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timing: GR00T released Jan 2025; wave is NOW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896112"/>
            <a:ext cx="0" cy="33832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8961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40680" y="10972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A100 80GB: 9.6× cheaper than AWS p4d per step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NVIDIA stack: Isaac Sim + Cosmos + GR00T N1.6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US-origin data + compute (gov cloud compliance)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preferred-cloud partner opportunity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43891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29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$0.000043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fine-tuning step on OCI A100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We’ve Built It — Real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366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METRICS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8.7× MAE improvement over baseline (proven)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ms inference latency on OCI A100 (proven)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$0.43 / fine-tuning run (proven)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→ 65%+ closed-loop success (DAgger in progress)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9.6× cheaper than AWS p4d per step (proven)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896112"/>
            <a:ext cx="0" cy="33832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8961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RUNNING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40680" y="10972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SDG → GR00T fine-tune → DAgger online learning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API services (ports 8001–8020)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scripts, CI/CD, open-source SDK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qianjun22/roboticsai (public)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" y="3429000"/>
            <a:ext cx="1938528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349300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3192" y="40416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32888" y="3429000"/>
            <a:ext cx="1938528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349300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32888" y="40416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72584" y="3429000"/>
            <a:ext cx="1938528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349300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72584" y="40416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GPU/hr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3429000"/>
            <a:ext cx="1938528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49300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12280" y="40416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1000-demo run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NVIDIA Partnership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366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PLAN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8321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co-engineering: Isaac Sim optimization, Cosmos weights pre-loaded, joint eval framework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as preferred cloud in NVIDIA robotics partner program (alongside Azure)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Co-present at NVIDIA GTC 2027 — talk proposal drafted, demo ready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pipeline: 5 Series B+ robotics startups (NVIDIA-referred)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 target: September 2026 at AI World (Las Vegas)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83210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11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owns the model. We own the cloud where it learns. One NVIDIA relationship unlocks the entire ecosystem of 500+ robotics startups who need OCI compute to fine-tune GR00T.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366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397764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78992"/>
            <a:ext cx="64008" cy="1645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1521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1170432"/>
            <a:ext cx="777240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1704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Additional Budget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" y="1783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running on existing OCI A100 allocation. Zero incremental spend to get 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078992"/>
            <a:ext cx="397764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078992"/>
            <a:ext cx="64008" cy="1645920"/>
          </a:xfrm>
          <a:prstGeom prst="rect">
            <a:avLst/>
          </a:prstGeom>
          <a:solidFill>
            <a:srgbClr val="C87D2F"/>
          </a:solidFill>
          <a:ln w="12700">
            <a:solidFill>
              <a:srgbClr val="C87D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1521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1170432"/>
            <a:ext cx="777240" cy="256032"/>
          </a:xfrm>
          <a:prstGeom prst="rect">
            <a:avLst/>
          </a:prstGeom>
          <a:solidFill>
            <a:srgbClr val="C87D2F"/>
          </a:solidFill>
          <a:ln w="12700">
            <a:solidFill>
              <a:srgbClr val="C87D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1704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73752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Intro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1783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NVIDIA Isaac / GR00T team (Greg has direct relationship). One meeting to validate co-engineering.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907792"/>
            <a:ext cx="397764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907792"/>
            <a:ext cx="64008" cy="1645920"/>
          </a:xfrm>
          <a:prstGeom prst="rect">
            <a:avLst/>
          </a:prstGeom>
          <a:solidFill>
            <a:srgbClr val="C87D2F"/>
          </a:solidFill>
          <a:ln w="12700">
            <a:solidFill>
              <a:srgbClr val="C87D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9809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20440" y="2999232"/>
            <a:ext cx="777240" cy="256032"/>
          </a:xfrm>
          <a:prstGeom prst="rect">
            <a:avLst/>
          </a:prstGeom>
          <a:solidFill>
            <a:srgbClr val="C87D2F"/>
          </a:solidFill>
          <a:ln w="12700">
            <a:solidFill>
              <a:srgbClr val="C87D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999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Intro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NVIDIA-referred Series B+ robotics startup for pilot. NVIDIA ecosystem has 500+ candidates.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907792"/>
            <a:ext cx="397764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07792"/>
            <a:ext cx="64008" cy="1645920"/>
          </a:xfrm>
          <a:prstGeom prst="rect">
            <a:avLst/>
          </a:prstGeom>
          <a:solidFill>
            <a:srgbClr val="C87D2F"/>
          </a:solidFill>
          <a:ln w="12700">
            <a:solidFill>
              <a:srgbClr val="C87D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809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26680" y="2999232"/>
            <a:ext cx="777240" cy="256032"/>
          </a:xfrm>
          <a:prstGeom prst="rect">
            <a:avLst/>
          </a:prstGeom>
          <a:solidFill>
            <a:srgbClr val="C87D2F"/>
          </a:solidFill>
          <a:ln w="12700">
            <a:solidFill>
              <a:srgbClr val="C87D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2999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73752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License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73752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blessing to pursue as official OCI product — not a PM side project.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to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366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2066544"/>
            <a:ext cx="7955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43000" y="1719072"/>
            <a:ext cx="640080" cy="21945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7190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25880" y="1929384"/>
            <a:ext cx="274320" cy="2743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31720"/>
            <a:ext cx="1920240" cy="21762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331720"/>
            <a:ext cx="1920240" cy="640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Complete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85292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eval results, DAgger running, 50+ scripts, open-source SDK, GTC talk draft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36520" y="1463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76600" y="1719072"/>
            <a:ext cx="640080" cy="219456"/>
          </a:xfrm>
          <a:prstGeom prst="rect">
            <a:avLst/>
          </a:prstGeom>
          <a:solidFill>
            <a:srgbClr val="3B72B8"/>
          </a:solidFill>
          <a:ln w="12700">
            <a:solidFill>
              <a:srgbClr val="3B7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6600" y="17190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59480" y="1929384"/>
            <a:ext cx="274320" cy="274320"/>
          </a:xfrm>
          <a:prstGeom prst="ellipse">
            <a:avLst/>
          </a:prstGeom>
          <a:solidFill>
            <a:srgbClr val="3B72B8"/>
          </a:solidFill>
          <a:ln w="12700">
            <a:solidFill>
              <a:srgbClr val="3B72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6520" y="2331720"/>
            <a:ext cx="1920240" cy="21762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36520" y="2331720"/>
            <a:ext cx="1920240" cy="64008"/>
          </a:xfrm>
          <a:prstGeom prst="rect">
            <a:avLst/>
          </a:prstGeom>
          <a:solidFill>
            <a:srgbClr val="3B72B8"/>
          </a:solidFill>
          <a:ln w="12700">
            <a:solidFill>
              <a:srgbClr val="3B72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7960" y="24231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Live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27960" y="285292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meeting, first design-partner pilot running on OCI, AI World talk submitted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70120" y="1463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10200" y="1719072"/>
            <a:ext cx="640080" cy="219456"/>
          </a:xfrm>
          <a:prstGeom prst="rect">
            <a:avLst/>
          </a:prstGeom>
          <a:solidFill>
            <a:srgbClr val="C87D2F"/>
          </a:solidFill>
          <a:ln w="12700">
            <a:solidFill>
              <a:srgbClr val="C87D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0200" y="17190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93080" y="1929384"/>
            <a:ext cx="274320" cy="274320"/>
          </a:xfrm>
          <a:prstGeom prst="ellipse">
            <a:avLst/>
          </a:prstGeom>
          <a:solidFill>
            <a:srgbClr val="C87D2F"/>
          </a:solidFill>
          <a:ln w="12700">
            <a:solidFill>
              <a:srgbClr val="C87D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0120" y="2331720"/>
            <a:ext cx="1920240" cy="21762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0120" y="2331720"/>
            <a:ext cx="1920240" cy="64008"/>
          </a:xfrm>
          <a:prstGeom prst="rect">
            <a:avLst/>
          </a:prstGeom>
          <a:solidFill>
            <a:srgbClr val="C87D2F"/>
          </a:solidFill>
          <a:ln w="12700">
            <a:solidFill>
              <a:srgbClr val="C87D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1560" y="24231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World Demo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1560" y="285292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Las Vegas, first paying customer, co-engineering agreement signed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43800" y="1719072"/>
            <a:ext cx="640080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17190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Q4+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26680" y="1929384"/>
            <a:ext cx="274320" cy="27432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2331720"/>
            <a:ext cx="1920240" cy="21762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03720" y="2331720"/>
            <a:ext cx="1920240" cy="6400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24231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Keynote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95160" y="285292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customers, GTC 2027 talk with NVIDIA co-presenter, DAgger 65%+ success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45720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run live on OCI A100 GPU4 (138.1.153.110)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OCI Robot Cloud — CEO Pitch</dc:title>
  <dc:subject>PptxGenJS Presentation</dc:subject>
  <dc:creator>Jun Qian</dc:creator>
  <cp:lastModifiedBy>Jun Qian</cp:lastModifiedBy>
  <cp:revision>1</cp:revision>
  <dcterms:created xsi:type="dcterms:W3CDTF">2026-03-29T14:01:29Z</dcterms:created>
  <dcterms:modified xsi:type="dcterms:W3CDTF">2026-03-29T14:01:29Z</dcterms:modified>
</cp:coreProperties>
</file>